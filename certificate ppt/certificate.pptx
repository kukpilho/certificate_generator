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150100" cy="9906000"/>
  <p:notesSz cx="6858000" cy="9144000"/>
  <p:embeddedFontLst>
    <p:embeddedFont>
      <p:font typeface="NanumGothic" panose="020D0604000000000000" pitchFamily="34" charset="-127"/>
      <p:regular r:id="rId4"/>
      <p:bold r:id="rId5"/>
    </p:embeddedFont>
    <p:embeddedFont>
      <p:font typeface="Malgun Gothic" panose="020B0503020000020004" pitchFamily="34" charset="-127"/>
      <p:regular r:id="rId6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gsSZE5FAQxTlj3JF3gFfDb5zNY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073"/>
    <p:restoredTop sz="94659"/>
  </p:normalViewPr>
  <p:slideViewPr>
    <p:cSldViewPr snapToGrid="0">
      <p:cViewPr varScale="1">
        <p:scale>
          <a:sx n="98" d="100"/>
          <a:sy n="98" d="100"/>
        </p:scale>
        <p:origin x="43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24" Type="http://schemas.openxmlformats.org/officeDocument/2006/relationships/presProps" Target="presProps.xml"/><Relationship Id="rId5" Type="http://schemas.openxmlformats.org/officeDocument/2006/relationships/font" Target="fonts/font2.fntdata"/><Relationship Id="rId23" Type="http://customschemas.google.com/relationships/presentationmetadata" Target="metadata"/><Relationship Id="rId4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14575" y="1143000"/>
            <a:ext cx="22288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14575" y="1143000"/>
            <a:ext cx="22288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ko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536258" y="1621191"/>
            <a:ext cx="6077585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91"/>
              <a:buFont typeface="Calibri"/>
              <a:buNone/>
              <a:defRPr sz="469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893763" y="5202944"/>
            <a:ext cx="5362575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82"/>
              </a:spcBef>
              <a:spcAft>
                <a:spcPts val="0"/>
              </a:spcAft>
              <a:buClr>
                <a:schemeClr val="dk1"/>
              </a:buClr>
              <a:buSzPts val="1877"/>
              <a:buNone/>
              <a:defRPr sz="1877"/>
            </a:lvl1pPr>
            <a:lvl2pPr lvl="1" algn="ctr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564"/>
              <a:buNone/>
              <a:defRPr sz="1564"/>
            </a:lvl2pPr>
            <a:lvl3pPr lvl="2" algn="ctr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407"/>
              <a:buNone/>
              <a:defRPr sz="1407"/>
            </a:lvl3pPr>
            <a:lvl4pPr lvl="3" algn="ctr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251"/>
              <a:buNone/>
              <a:defRPr sz="1251"/>
            </a:lvl4pPr>
            <a:lvl5pPr lvl="4" algn="ctr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251"/>
              <a:buNone/>
              <a:defRPr sz="1251"/>
            </a:lvl5pPr>
            <a:lvl6pPr lvl="5" algn="ctr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251"/>
              <a:buNone/>
              <a:defRPr sz="1251"/>
            </a:lvl6pPr>
            <a:lvl7pPr lvl="6" algn="ctr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251"/>
              <a:buNone/>
              <a:defRPr sz="1251"/>
            </a:lvl7pPr>
            <a:lvl8pPr lvl="7" algn="ctr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251"/>
              <a:buNone/>
              <a:defRPr sz="1251"/>
            </a:lvl8pPr>
            <a:lvl9pPr lvl="8" algn="ctr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251"/>
              <a:buNone/>
              <a:defRPr sz="1251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91569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2368471" y="9181397"/>
            <a:ext cx="2413159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5049758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91570" y="527405"/>
            <a:ext cx="6166961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91570" y="2637014"/>
            <a:ext cx="6166961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8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91569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2368471" y="9181397"/>
            <a:ext cx="2413159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5049758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487846" y="2469624"/>
            <a:ext cx="6166961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91"/>
              <a:buFont typeface="Calibri"/>
              <a:buNone/>
              <a:defRPr sz="469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487846" y="6629226"/>
            <a:ext cx="6166961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82"/>
              </a:spcBef>
              <a:spcAft>
                <a:spcPts val="0"/>
              </a:spcAft>
              <a:buClr>
                <a:schemeClr val="dk1"/>
              </a:buClr>
              <a:buSzPts val="1877"/>
              <a:buNone/>
              <a:defRPr sz="1877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rgbClr val="888888"/>
              </a:buClr>
              <a:buSzPts val="1564"/>
              <a:buNone/>
              <a:defRPr sz="1564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rgbClr val="888888"/>
              </a:buClr>
              <a:buSzPts val="1407"/>
              <a:buNone/>
              <a:defRPr sz="1407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rgbClr val="888888"/>
              </a:buClr>
              <a:buSzPts val="1251"/>
              <a:buNone/>
              <a:defRPr sz="1251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rgbClr val="888888"/>
              </a:buClr>
              <a:buSzPts val="1251"/>
              <a:buNone/>
              <a:defRPr sz="1251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rgbClr val="888888"/>
              </a:buClr>
              <a:buSzPts val="1251"/>
              <a:buNone/>
              <a:defRPr sz="1251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rgbClr val="888888"/>
              </a:buClr>
              <a:buSzPts val="1251"/>
              <a:buNone/>
              <a:defRPr sz="1251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rgbClr val="888888"/>
              </a:buClr>
              <a:buSzPts val="1251"/>
              <a:buNone/>
              <a:defRPr sz="1251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rgbClr val="888888"/>
              </a:buClr>
              <a:buSzPts val="1251"/>
              <a:buNone/>
              <a:defRPr sz="1251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91569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2368471" y="9181397"/>
            <a:ext cx="2413159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5049758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91570" y="527405"/>
            <a:ext cx="6166961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91569" y="2637014"/>
            <a:ext cx="3038793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8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3619738" y="2637014"/>
            <a:ext cx="3038793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8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91569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2368471" y="9181397"/>
            <a:ext cx="2413159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5049758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92501" y="527405"/>
            <a:ext cx="6166961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92501" y="2428347"/>
            <a:ext cx="3024827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82"/>
              </a:spcBef>
              <a:spcAft>
                <a:spcPts val="0"/>
              </a:spcAft>
              <a:buClr>
                <a:schemeClr val="dk1"/>
              </a:buClr>
              <a:buSzPts val="1877"/>
              <a:buNone/>
              <a:defRPr sz="1877" b="1"/>
            </a:lvl1pPr>
            <a:lvl2pPr marL="914400" lvl="1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564"/>
              <a:buNone/>
              <a:defRPr sz="1564" b="1"/>
            </a:lvl2pPr>
            <a:lvl3pPr marL="1371600" lvl="2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407"/>
              <a:buNone/>
              <a:defRPr sz="1407" b="1"/>
            </a:lvl3pPr>
            <a:lvl4pPr marL="1828800" lvl="3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251"/>
              <a:buNone/>
              <a:defRPr sz="1251" b="1"/>
            </a:lvl4pPr>
            <a:lvl5pPr marL="2286000" lvl="4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251"/>
              <a:buNone/>
              <a:defRPr sz="1251" b="1"/>
            </a:lvl5pPr>
            <a:lvl6pPr marL="2743200" lvl="5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251"/>
              <a:buNone/>
              <a:defRPr sz="1251" b="1"/>
            </a:lvl6pPr>
            <a:lvl7pPr marL="3200400" lvl="6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251"/>
              <a:buNone/>
              <a:defRPr sz="1251" b="1"/>
            </a:lvl7pPr>
            <a:lvl8pPr marL="3657600" lvl="7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251"/>
              <a:buNone/>
              <a:defRPr sz="1251" b="1"/>
            </a:lvl8pPr>
            <a:lvl9pPr marL="4114800" lvl="8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251"/>
              <a:buNone/>
              <a:defRPr sz="1251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92501" y="3618442"/>
            <a:ext cx="3024827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8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3619738" y="2428347"/>
            <a:ext cx="3039724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82"/>
              </a:spcBef>
              <a:spcAft>
                <a:spcPts val="0"/>
              </a:spcAft>
              <a:buClr>
                <a:schemeClr val="dk1"/>
              </a:buClr>
              <a:buSzPts val="1877"/>
              <a:buNone/>
              <a:defRPr sz="1877" b="1"/>
            </a:lvl1pPr>
            <a:lvl2pPr marL="914400" lvl="1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564"/>
              <a:buNone/>
              <a:defRPr sz="1564" b="1"/>
            </a:lvl2pPr>
            <a:lvl3pPr marL="1371600" lvl="2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407"/>
              <a:buNone/>
              <a:defRPr sz="1407" b="1"/>
            </a:lvl3pPr>
            <a:lvl4pPr marL="1828800" lvl="3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251"/>
              <a:buNone/>
              <a:defRPr sz="1251" b="1"/>
            </a:lvl4pPr>
            <a:lvl5pPr marL="2286000" lvl="4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251"/>
              <a:buNone/>
              <a:defRPr sz="1251" b="1"/>
            </a:lvl5pPr>
            <a:lvl6pPr marL="2743200" lvl="5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251"/>
              <a:buNone/>
              <a:defRPr sz="1251" b="1"/>
            </a:lvl6pPr>
            <a:lvl7pPr marL="3200400" lvl="6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251"/>
              <a:buNone/>
              <a:defRPr sz="1251" b="1"/>
            </a:lvl7pPr>
            <a:lvl8pPr marL="3657600" lvl="7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251"/>
              <a:buNone/>
              <a:defRPr sz="1251" b="1"/>
            </a:lvl8pPr>
            <a:lvl9pPr marL="4114800" lvl="8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251"/>
              <a:buNone/>
              <a:defRPr sz="1251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3619738" y="3618442"/>
            <a:ext cx="3039724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8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91569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2368471" y="9181397"/>
            <a:ext cx="2413159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5049758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91570" y="527405"/>
            <a:ext cx="6166961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91569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2368471" y="9181397"/>
            <a:ext cx="2413159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5049758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491569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2368471" y="9181397"/>
            <a:ext cx="2413159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5049758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492501" y="660400"/>
            <a:ext cx="2306093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2"/>
              <a:buFont typeface="Calibri"/>
              <a:buNone/>
              <a:defRPr sz="250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3039724" y="1426283"/>
            <a:ext cx="3619738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7477" algn="l">
              <a:lnSpc>
                <a:spcPct val="90000"/>
              </a:lnSpc>
              <a:spcBef>
                <a:spcPts val="782"/>
              </a:spcBef>
              <a:spcAft>
                <a:spcPts val="0"/>
              </a:spcAft>
              <a:buClr>
                <a:schemeClr val="dk1"/>
              </a:buClr>
              <a:buSzPts val="2502"/>
              <a:buChar char="•"/>
              <a:defRPr sz="2502"/>
            </a:lvl1pPr>
            <a:lvl2pPr marL="914400" lvl="1" indent="-367602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2189"/>
              <a:buChar char="•"/>
              <a:defRPr sz="2189"/>
            </a:lvl2pPr>
            <a:lvl3pPr marL="1371600" lvl="2" indent="-34779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77"/>
              <a:buChar char="•"/>
              <a:defRPr sz="1877"/>
            </a:lvl3pPr>
            <a:lvl4pPr marL="1828800" lvl="3" indent="-327914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564"/>
              <a:buChar char="•"/>
              <a:defRPr sz="1564"/>
            </a:lvl4pPr>
            <a:lvl5pPr marL="2286000" lvl="4" indent="-327914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564"/>
              <a:buChar char="•"/>
              <a:defRPr sz="1564"/>
            </a:lvl5pPr>
            <a:lvl6pPr marL="2743200" lvl="5" indent="-327914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564"/>
              <a:buChar char="•"/>
              <a:defRPr sz="1564"/>
            </a:lvl6pPr>
            <a:lvl7pPr marL="3200400" lvl="6" indent="-327914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564"/>
              <a:buChar char="•"/>
              <a:defRPr sz="1564"/>
            </a:lvl7pPr>
            <a:lvl8pPr marL="3657600" lvl="7" indent="-327914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564"/>
              <a:buChar char="•"/>
              <a:defRPr sz="1564"/>
            </a:lvl8pPr>
            <a:lvl9pPr marL="4114800" lvl="8" indent="-327914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564"/>
              <a:buChar char="•"/>
              <a:defRPr sz="1564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492501" y="2971800"/>
            <a:ext cx="2306093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82"/>
              </a:spcBef>
              <a:spcAft>
                <a:spcPts val="0"/>
              </a:spcAft>
              <a:buClr>
                <a:schemeClr val="dk1"/>
              </a:buClr>
              <a:buSzPts val="1251"/>
              <a:buNone/>
              <a:defRPr sz="1251"/>
            </a:lvl1pPr>
            <a:lvl2pPr marL="914400" lvl="1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095"/>
              <a:buNone/>
              <a:defRPr sz="1095"/>
            </a:lvl2pPr>
            <a:lvl3pPr marL="1371600" lvl="2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938"/>
            </a:lvl3pPr>
            <a:lvl4pPr marL="1828800" lvl="3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782"/>
              <a:buNone/>
              <a:defRPr sz="782"/>
            </a:lvl4pPr>
            <a:lvl5pPr marL="2286000" lvl="4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782"/>
              <a:buNone/>
              <a:defRPr sz="782"/>
            </a:lvl5pPr>
            <a:lvl6pPr marL="2743200" lvl="5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782"/>
              <a:buNone/>
              <a:defRPr sz="782"/>
            </a:lvl6pPr>
            <a:lvl7pPr marL="3200400" lvl="6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782"/>
              <a:buNone/>
              <a:defRPr sz="782"/>
            </a:lvl7pPr>
            <a:lvl8pPr marL="3657600" lvl="7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782"/>
              <a:buNone/>
              <a:defRPr sz="782"/>
            </a:lvl8pPr>
            <a:lvl9pPr marL="4114800" lvl="8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782"/>
              <a:buNone/>
              <a:defRPr sz="782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491569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2368471" y="9181397"/>
            <a:ext cx="2413159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5049758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492501" y="660400"/>
            <a:ext cx="2306093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2"/>
              <a:buFont typeface="Calibri"/>
              <a:buNone/>
              <a:defRPr sz="250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3039724" y="1426283"/>
            <a:ext cx="3619738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92501" y="2971800"/>
            <a:ext cx="2306093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82"/>
              </a:spcBef>
              <a:spcAft>
                <a:spcPts val="0"/>
              </a:spcAft>
              <a:buClr>
                <a:schemeClr val="dk1"/>
              </a:buClr>
              <a:buSzPts val="1251"/>
              <a:buNone/>
              <a:defRPr sz="1251"/>
            </a:lvl1pPr>
            <a:lvl2pPr marL="914400" lvl="1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095"/>
              <a:buNone/>
              <a:defRPr sz="1095"/>
            </a:lvl2pPr>
            <a:lvl3pPr marL="1371600" lvl="2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938"/>
            </a:lvl3pPr>
            <a:lvl4pPr marL="1828800" lvl="3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782"/>
              <a:buNone/>
              <a:defRPr sz="782"/>
            </a:lvl4pPr>
            <a:lvl5pPr marL="2286000" lvl="4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782"/>
              <a:buNone/>
              <a:defRPr sz="782"/>
            </a:lvl5pPr>
            <a:lvl6pPr marL="2743200" lvl="5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782"/>
              <a:buNone/>
              <a:defRPr sz="782"/>
            </a:lvl6pPr>
            <a:lvl7pPr marL="3200400" lvl="6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782"/>
              <a:buNone/>
              <a:defRPr sz="782"/>
            </a:lvl7pPr>
            <a:lvl8pPr marL="3657600" lvl="7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782"/>
              <a:buNone/>
              <a:defRPr sz="782"/>
            </a:lvl8pPr>
            <a:lvl9pPr marL="4114800" lvl="8" indent="-2286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782"/>
              <a:buNone/>
              <a:defRPr sz="782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491569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2368471" y="9181397"/>
            <a:ext cx="2413159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5049758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491570" y="527405"/>
            <a:ext cx="6166961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432418" y="2696167"/>
            <a:ext cx="6285266" cy="6166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8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491569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2368471" y="9181397"/>
            <a:ext cx="2413159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5049758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1690223" y="3953972"/>
            <a:ext cx="8394877" cy="154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-1437946" y="2456919"/>
            <a:ext cx="8394877" cy="4535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8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491569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2368471" y="9181397"/>
            <a:ext cx="2413159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5049758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491570" y="527405"/>
            <a:ext cx="6166961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40"/>
              <a:buFont typeface="Calibri"/>
              <a:buNone/>
              <a:defRPr sz="34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491570" y="2637014"/>
            <a:ext cx="6166961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7602" algn="l" rtl="0">
              <a:lnSpc>
                <a:spcPct val="90000"/>
              </a:lnSpc>
              <a:spcBef>
                <a:spcPts val="782"/>
              </a:spcBef>
              <a:spcAft>
                <a:spcPts val="0"/>
              </a:spcAft>
              <a:buClr>
                <a:schemeClr val="dk1"/>
              </a:buClr>
              <a:buSzPts val="2189"/>
              <a:buFont typeface="Arial"/>
              <a:buChar char="•"/>
              <a:defRPr sz="21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7790" algn="l" rtl="0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877"/>
              <a:buFont typeface="Arial"/>
              <a:buChar char="•"/>
              <a:defRPr sz="187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7914" algn="l" rtl="0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564"/>
              <a:buFont typeface="Arial"/>
              <a:buChar char="•"/>
              <a:defRPr sz="15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945" algn="l" rtl="0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407"/>
              <a:buFont typeface="Arial"/>
              <a:buChar char="•"/>
              <a:defRPr sz="14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945" algn="l" rtl="0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407"/>
              <a:buFont typeface="Arial"/>
              <a:buChar char="•"/>
              <a:defRPr sz="14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945" algn="l" rtl="0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407"/>
              <a:buFont typeface="Arial"/>
              <a:buChar char="•"/>
              <a:defRPr sz="14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945" algn="l" rtl="0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407"/>
              <a:buFont typeface="Arial"/>
              <a:buChar char="•"/>
              <a:defRPr sz="14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945" algn="l" rtl="0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407"/>
              <a:buFont typeface="Arial"/>
              <a:buChar char="•"/>
              <a:defRPr sz="14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945" algn="l" rtl="0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407"/>
              <a:buFont typeface="Arial"/>
              <a:buChar char="•"/>
              <a:defRPr sz="14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91569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2368471" y="9181397"/>
            <a:ext cx="2413159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5049758" y="9181397"/>
            <a:ext cx="1608773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8"/>
              <a:buFont typeface="Arial"/>
              <a:buNone/>
              <a:defRPr sz="93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540277" y="784246"/>
            <a:ext cx="17928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ko" sz="1050" b="0" i="0" u="none" strike="noStrike" cap="none">
                <a:solidFill>
                  <a:schemeClr val="dk1"/>
                </a:solidFill>
                <a:latin typeface="NanumGothic"/>
                <a:ea typeface="NanumGothic"/>
                <a:cs typeface="NanumGothic"/>
                <a:sym typeface="Nanum Gothic"/>
              </a:rPr>
              <a:t>_No</a:t>
            </a:r>
            <a:endParaRPr sz="1050" b="0" i="0" u="none" strike="noStrike" cap="none">
              <a:solidFill>
                <a:schemeClr val="dk1"/>
              </a:solidFill>
              <a:latin typeface="NanumGothic"/>
              <a:ea typeface="NanumGothic"/>
              <a:cs typeface="NanumGothic"/>
              <a:sym typeface="Nanum Gothic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595102" y="1471415"/>
            <a:ext cx="4052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None/>
            </a:pPr>
            <a:r>
              <a:rPr lang="ko" sz="4799" b="1" i="0" u="none" strike="noStrike" cap="none">
                <a:solidFill>
                  <a:schemeClr val="dk1"/>
                </a:solidFill>
                <a:latin typeface="Gungsuh"/>
                <a:ea typeface="Gungsuh"/>
                <a:cs typeface="Gungsuh"/>
                <a:sym typeface="Gungsuh"/>
              </a:rPr>
              <a:t>수 료 증</a:t>
            </a:r>
            <a:endParaRPr sz="1400" b="1" i="0" u="none" strike="noStrike" cap="none">
              <a:solidFill>
                <a:srgbClr val="000000"/>
              </a:solidFill>
              <a:latin typeface="Gungsuh"/>
              <a:ea typeface="Gungsuh"/>
              <a:cs typeface="Gungsuh"/>
              <a:sym typeface="Gungsuh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578362" y="4787820"/>
            <a:ext cx="60855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50000"/>
              </a:lnSpc>
              <a:buSzPts val="2100"/>
            </a:pPr>
            <a:r>
              <a:rPr lang="ko" sz="2000" b="1" i="0" u="none" strike="noStrike" cap="none" dirty="0">
                <a:solidFill>
                  <a:schemeClr val="dk1"/>
                </a:solidFill>
                <a:latin typeface="Gungsuh"/>
                <a:ea typeface="Gungsuh"/>
                <a:cs typeface="Gungsuh"/>
                <a:sym typeface="Gungsuh"/>
              </a:rPr>
              <a:t> 위 사람은 ㈜에이블런이 주관한 </a:t>
            </a:r>
            <a:endParaRPr lang="en-US" altLang="ko" sz="2000" b="1" i="0" u="none" strike="noStrike" cap="none" dirty="0">
              <a:solidFill>
                <a:schemeClr val="dk1"/>
              </a:solidFill>
              <a:latin typeface="Gungsuh"/>
              <a:ea typeface="Gungsuh"/>
              <a:cs typeface="Gungsuh"/>
              <a:sym typeface="Gungsuh"/>
            </a:endParaRPr>
          </a:p>
          <a:p>
            <a:pPr lvl="0" algn="ctr">
              <a:lnSpc>
                <a:spcPct val="150000"/>
              </a:lnSpc>
              <a:buSzPts val="2100"/>
            </a:pPr>
            <a:r>
              <a:rPr lang="ko" sz="2000" b="1" i="0" u="none" strike="noStrike" cap="none" dirty="0">
                <a:solidFill>
                  <a:schemeClr val="dk1"/>
                </a:solidFill>
                <a:latin typeface="Gungsuh"/>
                <a:ea typeface="Gungsuh"/>
                <a:cs typeface="Gungsuh"/>
                <a:sym typeface="Gungsuh"/>
              </a:rPr>
              <a:t>“</a:t>
            </a:r>
            <a:r>
              <a:rPr lang="ko" altLang="ko-KR" sz="2000" dirty="0">
                <a:solidFill>
                  <a:schemeClr val="dk1"/>
                </a:solidFill>
                <a:latin typeface="Gungsuh"/>
                <a:ea typeface="Gungsuh"/>
                <a:cs typeface="Gungsuh"/>
                <a:sym typeface="Gungsuh"/>
              </a:rPr>
              <a:t>_ProjectName</a:t>
            </a:r>
            <a:r>
              <a:rPr lang="ko" sz="2000" b="1" i="0" u="none" strike="noStrike" cap="none" dirty="0">
                <a:solidFill>
                  <a:schemeClr val="dk1"/>
                </a:solidFill>
                <a:latin typeface="Gungsuh"/>
                <a:ea typeface="Gungsuh"/>
                <a:cs typeface="Gungsuh"/>
                <a:sym typeface="Gungsuh"/>
              </a:rPr>
              <a:t>” </a:t>
            </a:r>
            <a:endParaRPr lang="en-US" altLang="ko" sz="2000" b="1" i="0" u="none" strike="noStrike" cap="none" dirty="0">
              <a:solidFill>
                <a:schemeClr val="dk1"/>
              </a:solidFill>
              <a:latin typeface="Gungsuh"/>
              <a:ea typeface="Gungsuh"/>
              <a:cs typeface="Gungsuh"/>
              <a:sym typeface="Gungsuh"/>
            </a:endParaRPr>
          </a:p>
          <a:p>
            <a:pPr lvl="0" algn="ctr">
              <a:lnSpc>
                <a:spcPct val="150000"/>
              </a:lnSpc>
              <a:buSzPts val="2100"/>
            </a:pPr>
            <a:r>
              <a:rPr lang="ko" sz="2000" b="1" i="0" u="none" strike="noStrike" cap="none" dirty="0">
                <a:solidFill>
                  <a:schemeClr val="dk1"/>
                </a:solidFill>
                <a:latin typeface="Gungsuh"/>
                <a:ea typeface="Gungsuh"/>
                <a:cs typeface="Gungsuh"/>
                <a:sym typeface="Gungsuh"/>
              </a:rPr>
              <a:t>에 참가하여 상기과정을 수료하였으므로 </a:t>
            </a:r>
            <a:endParaRPr sz="2000" b="1" i="0" u="none" strike="noStrike" cap="none" dirty="0">
              <a:solidFill>
                <a:schemeClr val="dk1"/>
              </a:solidFill>
              <a:latin typeface="Gungsuh"/>
              <a:ea typeface="Gungsuh"/>
              <a:cs typeface="Gungsuh"/>
              <a:sym typeface="Gungsuh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ko" sz="2000" b="1" i="0" u="none" strike="noStrike" cap="none" dirty="0">
                <a:solidFill>
                  <a:schemeClr val="dk1"/>
                </a:solidFill>
                <a:latin typeface="Gungsuh"/>
                <a:ea typeface="Gungsuh"/>
                <a:cs typeface="Gungsuh"/>
                <a:sym typeface="Gungsuh"/>
              </a:rPr>
              <a:t>이 증서를 수여합니다.</a:t>
            </a:r>
            <a:endParaRPr sz="2000" b="0" i="0" u="none" strike="noStrike" cap="none" dirty="0">
              <a:solidFill>
                <a:schemeClr val="dk1"/>
              </a:solidFill>
              <a:latin typeface="Gungsuh"/>
              <a:ea typeface="Gungsuh"/>
              <a:cs typeface="Gungsuh"/>
              <a:sym typeface="Gungsuh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434162" y="6990009"/>
            <a:ext cx="2373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" sz="1600" b="0" i="0" u="none" strike="noStrike" cap="none">
                <a:solidFill>
                  <a:schemeClr val="dk1"/>
                </a:solidFill>
                <a:latin typeface="Gungsuh"/>
                <a:ea typeface="Gungsuh"/>
                <a:cs typeface="Gungsuh"/>
                <a:sym typeface="Gungsuh"/>
              </a:rPr>
              <a:t>_FinDate</a:t>
            </a:r>
            <a:endParaRPr sz="1600" b="0" i="0" u="none" strike="noStrike" cap="none">
              <a:solidFill>
                <a:schemeClr val="dk1"/>
              </a:solidFill>
              <a:latin typeface="Gungsuh"/>
              <a:ea typeface="Gungsuh"/>
              <a:cs typeface="Gungsuh"/>
              <a:sym typeface="Gungsuh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17088" y="8676535"/>
            <a:ext cx="1608048" cy="296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71039" y="7289520"/>
            <a:ext cx="1352325" cy="12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590598" y="2827596"/>
            <a:ext cx="5968200" cy="149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ko" b="0" i="0" u="none" strike="noStrike" cap="none" dirty="0">
                <a:solidFill>
                  <a:schemeClr val="dk1"/>
                </a:solidFill>
                <a:latin typeface="Gulim" panose="020B0600000101010101" pitchFamily="34" charset="-127"/>
                <a:ea typeface="Gulim" panose="020B0600000101010101" pitchFamily="34" charset="-127"/>
                <a:cs typeface="Gungsuh"/>
                <a:sym typeface="Gungsuh"/>
              </a:rPr>
              <a:t>성명: _Name</a:t>
            </a:r>
            <a:endParaRPr b="0" i="0" u="none" strike="noStrike" cap="none" dirty="0">
              <a:solidFill>
                <a:srgbClr val="000000"/>
              </a:solidFill>
              <a:latin typeface="Gulim" panose="020B0600000101010101" pitchFamily="34" charset="-127"/>
              <a:ea typeface="Gulim" panose="020B0600000101010101" pitchFamily="34" charset="-127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ko" b="0" i="0" u="none" strike="noStrike" cap="none" dirty="0">
                <a:solidFill>
                  <a:schemeClr val="dk1"/>
                </a:solidFill>
                <a:latin typeface="Gulim" panose="020B0600000101010101" pitchFamily="34" charset="-127"/>
                <a:ea typeface="Gulim" panose="020B0600000101010101" pitchFamily="34" charset="-127"/>
                <a:cs typeface="Gungsuh"/>
                <a:sym typeface="Gungsuh"/>
              </a:rPr>
              <a:t>소속 : _Organization</a:t>
            </a:r>
            <a:endParaRPr b="0" i="0" u="none" strike="noStrike" cap="none" dirty="0">
              <a:solidFill>
                <a:schemeClr val="dk1"/>
              </a:solidFill>
              <a:latin typeface="Gulim" panose="020B0600000101010101" pitchFamily="34" charset="-127"/>
              <a:ea typeface="Gulim" panose="020B0600000101010101" pitchFamily="34" charset="-127"/>
              <a:cs typeface="Gungsuh"/>
              <a:sym typeface="Gungsuh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ko" b="0" i="0" u="none" strike="noStrike" cap="none" dirty="0">
                <a:solidFill>
                  <a:schemeClr val="dk1"/>
                </a:solidFill>
                <a:latin typeface="Gulim" panose="020B0600000101010101" pitchFamily="34" charset="-127"/>
                <a:ea typeface="Gulim" panose="020B0600000101010101" pitchFamily="34" charset="-127"/>
                <a:cs typeface="Gungsuh"/>
                <a:sym typeface="Gungsuh"/>
              </a:rPr>
              <a:t>과정명: _ProjectName</a:t>
            </a:r>
            <a:endParaRPr b="0" i="0" u="none" strike="noStrike" cap="none" dirty="0">
              <a:solidFill>
                <a:srgbClr val="000000"/>
              </a:solidFill>
              <a:latin typeface="Gulim" panose="020B0600000101010101" pitchFamily="34" charset="-127"/>
              <a:ea typeface="Gulim" panose="020B0600000101010101" pitchFamily="34" charset="-127"/>
              <a:cs typeface="Gungsuh"/>
              <a:sym typeface="Gungsuh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ko" b="0" i="0" u="none" strike="noStrike" cap="none" dirty="0">
                <a:solidFill>
                  <a:schemeClr val="dk1"/>
                </a:solidFill>
                <a:latin typeface="Gulim" panose="020B0600000101010101" pitchFamily="34" charset="-127"/>
                <a:ea typeface="Gulim" panose="020B0600000101010101" pitchFamily="34" charset="-127"/>
                <a:cs typeface="Gungsuh"/>
                <a:sym typeface="Gungsuh"/>
              </a:rPr>
              <a:t>교육 기간 : _Date</a:t>
            </a:r>
            <a:endParaRPr b="0" i="0" u="none" strike="noStrike" cap="none" dirty="0">
              <a:solidFill>
                <a:schemeClr val="dk1"/>
              </a:solidFill>
              <a:latin typeface="Gulim" panose="020B0600000101010101" pitchFamily="34" charset="-127"/>
              <a:ea typeface="Gulim" panose="020B0600000101010101" pitchFamily="34" charset="-127"/>
              <a:cs typeface="Gungsuh"/>
              <a:sym typeface="Gungsuh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ko" b="0" i="0" u="none" strike="noStrike" cap="none" dirty="0">
                <a:solidFill>
                  <a:schemeClr val="dk1"/>
                </a:solidFill>
                <a:latin typeface="Gulim" panose="020B0600000101010101" pitchFamily="34" charset="-127"/>
                <a:ea typeface="Gulim" panose="020B0600000101010101" pitchFamily="34" charset="-127"/>
                <a:cs typeface="Gungsuh"/>
                <a:sym typeface="Gungsuh"/>
              </a:rPr>
              <a:t>수료 시간 : </a:t>
            </a:r>
            <a:r>
              <a:rPr lang="en-US" altLang="ko" b="0" i="0" u="none" strike="noStrike" cap="none" dirty="0">
                <a:solidFill>
                  <a:schemeClr val="dk1"/>
                </a:solidFill>
                <a:latin typeface="Gulim" panose="020B0600000101010101" pitchFamily="34" charset="-127"/>
                <a:ea typeface="Gulim" panose="020B0600000101010101" pitchFamily="34" charset="-127"/>
                <a:cs typeface="Gungsuh"/>
                <a:sym typeface="Gungsuh"/>
              </a:rPr>
              <a:t>8</a:t>
            </a:r>
            <a:r>
              <a:rPr lang="ko" b="0" i="0" u="none" strike="noStrike" cap="none" dirty="0">
                <a:solidFill>
                  <a:schemeClr val="dk1"/>
                </a:solidFill>
                <a:latin typeface="Gulim" panose="020B0600000101010101" pitchFamily="34" charset="-127"/>
                <a:ea typeface="Gulim" panose="020B0600000101010101" pitchFamily="34" charset="-127"/>
                <a:cs typeface="Gungsuh"/>
                <a:sym typeface="Gungsuh"/>
              </a:rPr>
              <a:t>시간</a:t>
            </a:r>
            <a:endParaRPr b="0" i="0" u="none" strike="noStrike" cap="none" dirty="0">
              <a:solidFill>
                <a:schemeClr val="dk1"/>
              </a:solidFill>
              <a:latin typeface="Gulim" panose="020B0600000101010101" pitchFamily="34" charset="-127"/>
              <a:ea typeface="Gulim" panose="020B0600000101010101" pitchFamily="34" charset="-127"/>
              <a:cs typeface="Gungsuh"/>
              <a:sym typeface="Gungsuh"/>
            </a:endParaRPr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5">
            <a:alphaModFix/>
          </a:blip>
          <a:srcRect l="45517" t="8134" r="18041" b="42982"/>
          <a:stretch/>
        </p:blipFill>
        <p:spPr>
          <a:xfrm>
            <a:off x="5554998" y="1005417"/>
            <a:ext cx="1271251" cy="1194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6">
            <a:alphaModFix/>
          </a:blip>
          <a:srcRect l="824" t="-5168" r="6424"/>
          <a:stretch/>
        </p:blipFill>
        <p:spPr>
          <a:xfrm>
            <a:off x="-352" y="-62246"/>
            <a:ext cx="7150100" cy="1194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9292420"/>
            <a:ext cx="7150100" cy="61358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531948" y="7559830"/>
            <a:ext cx="60855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ko" sz="2400" b="1" i="0" u="none" strike="noStrike" cap="none" dirty="0">
                <a:solidFill>
                  <a:schemeClr val="dk1"/>
                </a:solidFill>
                <a:latin typeface="Gungsuh"/>
                <a:ea typeface="Gungsuh"/>
                <a:cs typeface="Gungsuh"/>
                <a:sym typeface="Gungsuh"/>
              </a:rPr>
              <a:t>(주)에이블런 대표이사 박진아</a:t>
            </a:r>
            <a:endParaRPr sz="2400" b="1" i="0" u="none" strike="noStrike" cap="none" dirty="0">
              <a:solidFill>
                <a:schemeClr val="dk1"/>
              </a:solidFill>
              <a:latin typeface="Gungsuh"/>
              <a:ea typeface="Gungsuh"/>
              <a:cs typeface="Gungsuh"/>
              <a:sym typeface="Gungsuh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Macintosh PowerPoint</Application>
  <PresentationFormat>사용자 지정</PresentationFormat>
  <Paragraphs>14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Gungsuh</vt:lpstr>
      <vt:lpstr>Arial</vt:lpstr>
      <vt:lpstr>Calibri</vt:lpstr>
      <vt:lpstr>Gulim</vt:lpstr>
      <vt:lpstr>Malgun Gothic</vt:lpstr>
      <vt:lpstr>NanumGothic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Jerick</dc:creator>
  <cp:lastModifiedBy>Pil Ho Kuk</cp:lastModifiedBy>
  <cp:revision>7</cp:revision>
  <dcterms:modified xsi:type="dcterms:W3CDTF">2026-06-02T08:54:36Z</dcterms:modified>
</cp:coreProperties>
</file>